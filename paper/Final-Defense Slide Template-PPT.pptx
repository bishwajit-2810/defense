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59" r:id="rId1"/>
  </p:sldMasterIdLst>
  <p:notesMasterIdLst>
    <p:notesMasterId r:id="rId18"/>
  </p:notesMasterIdLst>
  <p:sldIdLst>
    <p:sldId id="256" r:id="rId2"/>
    <p:sldId id="264" r:id="rId3"/>
    <p:sldId id="280" r:id="rId4"/>
    <p:sldId id="293" r:id="rId5"/>
    <p:sldId id="296" r:id="rId6"/>
    <p:sldId id="294" r:id="rId7"/>
    <p:sldId id="297" r:id="rId8"/>
    <p:sldId id="298" r:id="rId9"/>
    <p:sldId id="306" r:id="rId10"/>
    <p:sldId id="300" r:id="rId11"/>
    <p:sldId id="305" r:id="rId12"/>
    <p:sldId id="304" r:id="rId13"/>
    <p:sldId id="307" r:id="rId14"/>
    <p:sldId id="291" r:id="rId15"/>
    <p:sldId id="299" r:id="rId16"/>
    <p:sldId id="295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21596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84" d="100"/>
          <a:sy n="84" d="100"/>
        </p:scale>
        <p:origin x="64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1/4/2026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1/4/2026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1295400"/>
            <a:ext cx="10363200" cy="1752600"/>
          </a:xfrm>
        </p:spPr>
        <p:txBody>
          <a:bodyPr rtlCol="0">
            <a:normAutofit/>
          </a:bodyPr>
          <a:lstStyle/>
          <a:p>
            <a:r>
              <a:rPr lang="en-GB" dirty="0">
                <a:solidFill>
                  <a:srgbClr val="7030A0"/>
                </a:solidFill>
                <a:effectLst/>
              </a:rPr>
              <a:t>Title</a:t>
            </a:r>
            <a:endParaRPr lang="en-US" dirty="0">
              <a:solidFill>
                <a:srgbClr val="7030A0"/>
              </a:solidFill>
              <a:effectLst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695700" y="3973399"/>
            <a:ext cx="4800600" cy="2438400"/>
          </a:xfrm>
        </p:spPr>
        <p:txBody>
          <a:bodyPr rtlCol="0">
            <a:normAutofit fontScale="92500" lnSpcReduction="10000"/>
          </a:bodyPr>
          <a:lstStyle/>
          <a:p>
            <a:r>
              <a:rPr lang="en-GB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 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en-GB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 :</a:t>
            </a: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Daffodil International University</a:t>
            </a: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C8551-41BC-7160-AB58-5A1854853554}"/>
              </a:ext>
            </a:extLst>
          </p:cNvPr>
          <p:cNvSpPr txBox="1"/>
          <p:nvPr/>
        </p:nvSpPr>
        <p:spPr>
          <a:xfrm>
            <a:off x="8906256" y="185335"/>
            <a:ext cx="3276600" cy="369332"/>
          </a:xfrm>
          <a:prstGeom prst="rect">
            <a:avLst/>
          </a:prstGeom>
          <a:solidFill>
            <a:srgbClr val="215968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Study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Work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 &amp; Expected Output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2964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4EFF0-3D03-C0F9-F0D4-A9D3482709F0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160C4-4E81-64AE-82AE-E159832FFEF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3836E-8F2C-972B-F1A3-5B538D693CF3}"/>
              </a:ext>
            </a:extLst>
          </p:cNvPr>
          <p:cNvSpPr txBox="1"/>
          <p:nvPr/>
        </p:nvSpPr>
        <p:spPr>
          <a:xfrm>
            <a:off x="5204011" y="252804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064D8-8C59-7D9E-B404-8CE93061EC37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0F967F3-3B1C-BAA0-12F5-5EF3F12357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19768" y="5975351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BEF3B0-CBC2-36AF-D520-9FAF3A142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953720"/>
              </p:ext>
            </p:extLst>
          </p:nvPr>
        </p:nvGraphicFramePr>
        <p:xfrm>
          <a:off x="590549" y="2011362"/>
          <a:ext cx="11010901" cy="4146552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103993">
                  <a:extLst>
                    <a:ext uri="{9D8B030D-6E8A-4147-A177-3AD203B41FA5}">
                      <a16:colId xmlns:a16="http://schemas.microsoft.com/office/drawing/2014/main" val="1416689653"/>
                    </a:ext>
                  </a:extLst>
                </a:gridCol>
                <a:gridCol w="3155992">
                  <a:extLst>
                    <a:ext uri="{9D8B030D-6E8A-4147-A177-3AD203B41FA5}">
                      <a16:colId xmlns:a16="http://schemas.microsoft.com/office/drawing/2014/main" val="1631204230"/>
                    </a:ext>
                  </a:extLst>
                </a:gridCol>
                <a:gridCol w="3296258">
                  <a:extLst>
                    <a:ext uri="{9D8B030D-6E8A-4147-A177-3AD203B41FA5}">
                      <a16:colId xmlns:a16="http://schemas.microsoft.com/office/drawing/2014/main" val="2516419878"/>
                    </a:ext>
                  </a:extLst>
                </a:gridCol>
                <a:gridCol w="2454658">
                  <a:extLst>
                    <a:ext uri="{9D8B030D-6E8A-4147-A177-3AD203B41FA5}">
                      <a16:colId xmlns:a16="http://schemas.microsoft.com/office/drawing/2014/main" val="2234867149"/>
                    </a:ext>
                  </a:extLst>
                </a:gridCol>
              </a:tblGrid>
              <a:tr h="528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710106"/>
                  </a:ext>
                </a:extLst>
              </a:tr>
              <a:tr h="822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r-FR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da-DK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740993"/>
                  </a:ext>
                </a:extLst>
              </a:tr>
              <a:tr h="9818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1310"/>
                  </a:ext>
                </a:extLst>
              </a:tr>
              <a:tr h="9905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da-DK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388106"/>
                  </a:ext>
                </a:extLst>
              </a:tr>
              <a:tr h="822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da-DK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0491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C18772-518C-E2F8-EBA7-247295C187B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04C0DC6-E21D-B4BB-B127-325FB3D4F5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2011362"/>
            <a:ext cx="10972800" cy="362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89639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245D1-F376-F2FA-4CAA-E70C1466C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547382"/>
              </p:ext>
            </p:extLst>
          </p:nvPr>
        </p:nvGraphicFramePr>
        <p:xfrm>
          <a:off x="828675" y="1524000"/>
          <a:ext cx="10534650" cy="46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8712">
                  <a:extLst>
                    <a:ext uri="{9D8B030D-6E8A-4147-A177-3AD203B41FA5}">
                      <a16:colId xmlns:a16="http://schemas.microsoft.com/office/drawing/2014/main" val="3493514346"/>
                    </a:ext>
                  </a:extLst>
                </a:gridCol>
                <a:gridCol w="3894388">
                  <a:extLst>
                    <a:ext uri="{9D8B030D-6E8A-4147-A177-3AD203B41FA5}">
                      <a16:colId xmlns:a16="http://schemas.microsoft.com/office/drawing/2014/main" val="1907943213"/>
                    </a:ext>
                  </a:extLst>
                </a:gridCol>
                <a:gridCol w="3511550">
                  <a:extLst>
                    <a:ext uri="{9D8B030D-6E8A-4147-A177-3AD203B41FA5}">
                      <a16:colId xmlns:a16="http://schemas.microsoft.com/office/drawing/2014/main" val="2731836561"/>
                    </a:ext>
                  </a:extLst>
                </a:gridCol>
              </a:tblGrid>
              <a:tr h="968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543795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827023"/>
                  </a:ext>
                </a:extLst>
              </a:tr>
              <a:tr h="968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890882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451678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787534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6662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FF9886-9C18-37CA-D495-5A8528FD5C2A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6344" y="596165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6528C-6541-3FC8-24E6-91C1C409DF5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7C9AA7-0CAE-BC22-5FBE-7E6EC6CCFC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107DCE-C8F0-F713-FD9B-EE4C76142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55698"/>
              </p:ext>
            </p:extLst>
          </p:nvPr>
        </p:nvGraphicFramePr>
        <p:xfrm>
          <a:off x="761238" y="1676400"/>
          <a:ext cx="10669524" cy="44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913">
                  <a:extLst>
                    <a:ext uri="{9D8B030D-6E8A-4147-A177-3AD203B41FA5}">
                      <a16:colId xmlns:a16="http://schemas.microsoft.com/office/drawing/2014/main" val="2533175138"/>
                    </a:ext>
                  </a:extLst>
                </a:gridCol>
                <a:gridCol w="2178373">
                  <a:extLst>
                    <a:ext uri="{9D8B030D-6E8A-4147-A177-3AD203B41FA5}">
                      <a16:colId xmlns:a16="http://schemas.microsoft.com/office/drawing/2014/main" val="3481467627"/>
                    </a:ext>
                  </a:extLst>
                </a:gridCol>
                <a:gridCol w="2028141">
                  <a:extLst>
                    <a:ext uri="{9D8B030D-6E8A-4147-A177-3AD203B41FA5}">
                      <a16:colId xmlns:a16="http://schemas.microsoft.com/office/drawing/2014/main" val="1236056652"/>
                    </a:ext>
                  </a:extLst>
                </a:gridCol>
                <a:gridCol w="2178373">
                  <a:extLst>
                    <a:ext uri="{9D8B030D-6E8A-4147-A177-3AD203B41FA5}">
                      <a16:colId xmlns:a16="http://schemas.microsoft.com/office/drawing/2014/main" val="1696471824"/>
                    </a:ext>
                  </a:extLst>
                </a:gridCol>
                <a:gridCol w="2403724">
                  <a:extLst>
                    <a:ext uri="{9D8B030D-6E8A-4147-A177-3AD203B41FA5}">
                      <a16:colId xmlns:a16="http://schemas.microsoft.com/office/drawing/2014/main" val="1555820052"/>
                    </a:ext>
                  </a:extLst>
                </a:gridCol>
              </a:tblGrid>
              <a:tr h="106211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7688515"/>
                  </a:ext>
                </a:extLst>
              </a:tr>
              <a:tr h="130945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1239284"/>
                  </a:ext>
                </a:extLst>
              </a:tr>
              <a:tr h="106211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8391838"/>
                  </a:ext>
                </a:extLst>
              </a:tr>
              <a:tr h="106211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054280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B0481A9-B6A6-5839-3819-C47F1F1AA0A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386450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82494-1CF7-C6C6-FB3F-1E5CF30DAEE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CE6682-3813-3F08-9462-F98CAA2F1D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D34C-F2CE-1904-46F5-88AEBCFD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F151-7ED2-C606-99FB-D15E7A10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Sample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460F-2BC7-EBFF-8ED1-489F5E220A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1104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01D11-526D-F3D4-2D04-828C5DF8BC5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4192927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DEE64-196C-B3D9-C82D-1C952ED4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13532-2D31-B35B-51FC-878A3DDEB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090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Sample dataset and Expected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4510A-2A45-948C-55F1-C16B1F9D97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6164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740A8-B4CC-FE80-9727-34DB4B17747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2592470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CCF1-4663-0FAC-E557-C8C86018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699C-3280-7E27-A53B-6B90D91A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8" y="76200"/>
            <a:ext cx="8915400" cy="8683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of Image Enhancement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21EDD-A921-29EF-524A-2EBB5538B2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89BB2-DBB6-BF76-BA68-3DFF2884AD82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1685071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37B8D-F57A-2BA3-3A76-E3DD8C73097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8A4C9B-8EEA-66B6-2B9C-48C7663EA67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FB2A1-531C-6EF4-8574-EB5912211BF6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839620-3768-DA55-81BF-FA09A9183A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B629C-0461-0D8C-DA5C-C136AD5443E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1607</TotalTime>
  <Words>1292</Words>
  <Application>Microsoft Office PowerPoint</Application>
  <PresentationFormat>Widescreen</PresentationFormat>
  <Paragraphs>179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New Microsoft PowerPoint Presentation</vt:lpstr>
      <vt:lpstr>Title</vt:lpstr>
      <vt:lpstr>Outline</vt:lpstr>
      <vt:lpstr>Introduction</vt:lpstr>
      <vt:lpstr>Objective</vt:lpstr>
      <vt:lpstr>Background Study</vt:lpstr>
      <vt:lpstr>Gap Analysis</vt:lpstr>
      <vt:lpstr>Methodology</vt:lpstr>
      <vt:lpstr>Result and Analysis</vt:lpstr>
      <vt:lpstr>Result and Analysis</vt:lpstr>
      <vt:lpstr>Novelty of the Work</vt:lpstr>
      <vt:lpstr>Sample dataset</vt:lpstr>
      <vt:lpstr>Sample dataset and Expected output</vt:lpstr>
      <vt:lpstr>Web Interface of Image Enhancement</vt:lpstr>
      <vt:lpstr>Conclusion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Tusher Tusher</cp:lastModifiedBy>
  <cp:revision>270</cp:revision>
  <dcterms:created xsi:type="dcterms:W3CDTF">2011-07-17T02:56:35Z</dcterms:created>
  <dcterms:modified xsi:type="dcterms:W3CDTF">2026-01-04T16:07:39Z</dcterms:modified>
</cp:coreProperties>
</file>